
<file path=[Content_Types].xml><?xml version="1.0" encoding="utf-8"?>
<Types xmlns="http://schemas.openxmlformats.org/package/2006/content-types">
  <Default Extension="avi" ContentType="video/x-msvideo"/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sldIdLst>
    <p:sldId id="256" r:id="rId2"/>
    <p:sldId id="258" r:id="rId3"/>
    <p:sldId id="257" r:id="rId4"/>
    <p:sldId id="264" r:id="rId5"/>
    <p:sldId id="262" r:id="rId6"/>
    <p:sldId id="263" r:id="rId7"/>
    <p:sldId id="26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934" y="8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A5A503B5-458D-413B-9354-E8AF57D9B5C7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72AB19B0-E80E-45BB-A65B-957F2C8CA2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08410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503B5-458D-413B-9354-E8AF57D9B5C7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B19B0-E80E-45BB-A65B-957F2C8CA2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8026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5A503B5-458D-413B-9354-E8AF57D9B5C7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72AB19B0-E80E-45BB-A65B-957F2C8CA2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0347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503B5-458D-413B-9354-E8AF57D9B5C7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B19B0-E80E-45BB-A65B-957F2C8CA2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4718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503B5-458D-413B-9354-E8AF57D9B5C7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B19B0-E80E-45BB-A65B-957F2C8CA2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4293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503B5-458D-413B-9354-E8AF57D9B5C7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B19B0-E80E-45BB-A65B-957F2C8CA2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55144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503B5-458D-413B-9354-E8AF57D9B5C7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B19B0-E80E-45BB-A65B-957F2C8CA2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2520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503B5-458D-413B-9354-E8AF57D9B5C7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B19B0-E80E-45BB-A65B-957F2C8CA2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3588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503B5-458D-413B-9354-E8AF57D9B5C7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B19B0-E80E-45BB-A65B-957F2C8CA2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51970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503B5-458D-413B-9354-E8AF57D9B5C7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B19B0-E80E-45BB-A65B-957F2C8CA2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66634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5A503B5-458D-413B-9354-E8AF57D9B5C7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72AB19B0-E80E-45BB-A65B-957F2C8CA2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89912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5A503B5-458D-413B-9354-E8AF57D9B5C7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72AB19B0-E80E-45BB-A65B-957F2C8CA2AD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793492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5A503B5-458D-413B-9354-E8AF57D9B5C7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72AB19B0-E80E-45BB-A65B-957F2C8CA2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90065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503B5-458D-413B-9354-E8AF57D9B5C7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B19B0-E80E-45BB-A65B-957F2C8CA2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5189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503B5-458D-413B-9354-E8AF57D9B5C7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B19B0-E80E-45BB-A65B-957F2C8CA2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52131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503B5-458D-413B-9354-E8AF57D9B5C7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B19B0-E80E-45BB-A65B-957F2C8CA2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19248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5A503B5-458D-413B-9354-E8AF57D9B5C7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72AB19B0-E80E-45BB-A65B-957F2C8CA2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5368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A503B5-458D-413B-9354-E8AF57D9B5C7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AB19B0-E80E-45BB-A65B-957F2C8CA2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9632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  <p:sldLayoutId id="2147483780" r:id="rId12"/>
    <p:sldLayoutId id="2147483781" r:id="rId13"/>
    <p:sldLayoutId id="2147483782" r:id="rId14"/>
    <p:sldLayoutId id="2147483783" r:id="rId15"/>
    <p:sldLayoutId id="2147483784" r:id="rId16"/>
    <p:sldLayoutId id="2147483785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avi"/><Relationship Id="rId1" Type="http://schemas.microsoft.com/office/2007/relationships/media" Target="../media/media1.avi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7A1EB-4737-D62E-C3BE-734937D1B5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latin typeface="Bell MT" panose="02020503060305020303" pitchFamily="18" charset="0"/>
              </a:rPr>
              <a:t>AI-Assignment 3</a:t>
            </a:r>
            <a:endParaRPr lang="en-IN" b="1" dirty="0">
              <a:latin typeface="Bell MT" panose="02020503060305020303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F0761F-B5DC-796F-61FC-DCC5C5C517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7928"/>
            <a:ext cx="9144000" cy="1655762"/>
          </a:xfrm>
        </p:spPr>
        <p:txBody>
          <a:bodyPr/>
          <a:lstStyle/>
          <a:p>
            <a:r>
              <a:rPr lang="en-US" dirty="0"/>
              <a:t>Team:</a:t>
            </a:r>
            <a:br>
              <a:rPr lang="en-US" dirty="0"/>
            </a:br>
            <a:r>
              <a:rPr lang="en-US" dirty="0"/>
              <a:t>Havish Jadav(CS22B026)</a:t>
            </a:r>
          </a:p>
          <a:p>
            <a:r>
              <a:rPr lang="en-US" dirty="0"/>
              <a:t>Manan Chavda(CS22B017)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88831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ACC06-977D-FEEB-F8EC-2160A2BDC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0700" y="868861"/>
            <a:ext cx="8610600" cy="1293028"/>
          </a:xfrm>
        </p:spPr>
        <p:txBody>
          <a:bodyPr/>
          <a:lstStyle/>
          <a:p>
            <a:r>
              <a:rPr lang="en-IN" dirty="0"/>
              <a:t>Alpha-Beta Agent Overview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DBBBD8-F4AD-3469-1FC2-1BC85D9F2E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9877" y="1796129"/>
            <a:ext cx="6834403" cy="4193010"/>
          </a:xfrm>
        </p:spPr>
        <p:txBody>
          <a:bodyPr>
            <a:normAutofit/>
          </a:bodyPr>
          <a:lstStyle/>
          <a:p>
            <a:endParaRPr lang="en-IN" sz="2800" dirty="0"/>
          </a:p>
          <a:p>
            <a:r>
              <a:rPr lang="en-IN" sz="2800" b="1" dirty="0"/>
              <a:t>Algorithm</a:t>
            </a:r>
            <a:r>
              <a:rPr lang="en-IN" sz="2800" dirty="0"/>
              <a:t>: Alpha-Beta Pruning (Depth = 2)</a:t>
            </a:r>
          </a:p>
          <a:p>
            <a:r>
              <a:rPr lang="en-IN" sz="2800" dirty="0"/>
              <a:t>Enhances Minimax by pruning unnecessary branches</a:t>
            </a:r>
          </a:p>
          <a:p>
            <a:r>
              <a:rPr lang="en-IN" sz="2800" dirty="0"/>
              <a:t>Discrete 8-action space used</a:t>
            </a:r>
          </a:p>
          <a:p>
            <a:r>
              <a:rPr lang="en-IN" sz="2800" dirty="0"/>
              <a:t>Tracks alpha and beta to reduce computation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345B13A-C266-A050-A0F7-824ED0D02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4280" y="2559134"/>
            <a:ext cx="4381500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9703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88C5D-3503-3D73-8FE9-88B1B6BF2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155" y="791005"/>
            <a:ext cx="9854381" cy="904272"/>
          </a:xfrm>
        </p:spPr>
        <p:txBody>
          <a:bodyPr/>
          <a:lstStyle/>
          <a:p>
            <a:r>
              <a:rPr lang="en-IN" dirty="0"/>
              <a:t>Minimax Agent Overview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60FE5E-4B68-4F6D-1DB4-AFCFAB013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2386" y="1907457"/>
            <a:ext cx="7079227" cy="4365524"/>
          </a:xfrm>
        </p:spPr>
        <p:txBody>
          <a:bodyPr>
            <a:noAutofit/>
          </a:bodyPr>
          <a:lstStyle/>
          <a:p>
            <a:r>
              <a:rPr lang="en-US" sz="2800" b="1" dirty="0"/>
              <a:t>Algorithm</a:t>
            </a:r>
            <a:r>
              <a:rPr lang="en-US" sz="2800" dirty="0"/>
              <a:t>: Minimax (Depth = 2)</a:t>
            </a:r>
          </a:p>
          <a:p>
            <a:r>
              <a:rPr lang="en-US" sz="2800" b="1" dirty="0"/>
              <a:t>Actions</a:t>
            </a:r>
            <a:r>
              <a:rPr lang="en-US" sz="2800" dirty="0"/>
              <a:t>: [Left, Right, Jump, Idle]</a:t>
            </a:r>
          </a:p>
          <a:p>
            <a:r>
              <a:rPr lang="en-US" sz="2800" b="1" dirty="0"/>
              <a:t>Evaluation</a:t>
            </a:r>
            <a:r>
              <a:rPr lang="en-US" sz="2800" dirty="0"/>
              <a:t>: evaluate(</a:t>
            </a:r>
            <a:r>
              <a:rPr lang="en-US" sz="2800" dirty="0" err="1"/>
              <a:t>obs</a:t>
            </a:r>
            <a:r>
              <a:rPr lang="en-US" sz="2800" dirty="0"/>
              <a:t>)</a:t>
            </a:r>
          </a:p>
          <a:p>
            <a:r>
              <a:rPr lang="en-US" sz="2800" dirty="0"/>
              <a:t>Tree Depth = 2, uses static scoring</a:t>
            </a:r>
          </a:p>
          <a:p>
            <a:r>
              <a:rPr lang="en-US" sz="2800" dirty="0"/>
              <a:t>No forward model simulation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6E58334-7081-6EC7-310D-936239D61D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7252" y="1695277"/>
            <a:ext cx="4513593" cy="2924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3389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65907-7EF6-508B-EB83-FCFA4926C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4680" y="872094"/>
            <a:ext cx="8610600" cy="1293028"/>
          </a:xfrm>
        </p:spPr>
        <p:txBody>
          <a:bodyPr/>
          <a:lstStyle/>
          <a:p>
            <a:pPr algn="l"/>
            <a:r>
              <a:rPr lang="en-IN" dirty="0"/>
              <a:t>Heuristic Function &amp; Evaluation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497AB73-3299-AD7E-FF23-183B8D8502B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26720" y="2165122"/>
            <a:ext cx="8275022" cy="46782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evaluate(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obs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 →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obs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[0] +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obs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[6]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obs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[0]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Agent’s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x-position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obs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[6]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Agent’s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score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Encourage forward movement + score maximization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Pros: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Simple and fast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Matches basic game objectives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Ignores opponent, ball, and game dynamics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Future Work: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ball/opponent context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learned or adaptive evaluation functions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08751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C7F8C-924D-61BC-F9C0-6BEC1F3CF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400" y="779613"/>
            <a:ext cx="8610600" cy="1293028"/>
          </a:xfrm>
        </p:spPr>
        <p:txBody>
          <a:bodyPr>
            <a:normAutofit/>
          </a:bodyPr>
          <a:lstStyle/>
          <a:p>
            <a:pPr algn="l"/>
            <a:r>
              <a:rPr lang="en-IN" dirty="0"/>
              <a:t>Results: Slime Volley</a:t>
            </a:r>
            <a:br>
              <a:rPr lang="en-IN" dirty="0"/>
            </a:br>
            <a:r>
              <a:rPr lang="en-IN" dirty="0"/>
              <a:t>(alpha-beta algo)</a:t>
            </a:r>
          </a:p>
        </p:txBody>
      </p:sp>
      <p:pic>
        <p:nvPicPr>
          <p:cNvPr id="4" name="slimevolley">
            <a:hlinkClick r:id="" action="ppaction://media"/>
            <a:extLst>
              <a:ext uri="{FF2B5EF4-FFF2-40B4-BE49-F238E27FC236}">
                <a16:creationId xmlns:a16="http://schemas.microsoft.com/office/drawing/2014/main" id="{30D51837-984E-99B1-B5A2-83BD53D06C18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518568" y="2299434"/>
            <a:ext cx="7154863" cy="4024313"/>
          </a:xfrm>
        </p:spPr>
      </p:pic>
    </p:spTree>
    <p:extLst>
      <p:ext uri="{BB962C8B-B14F-4D97-AF65-F5344CB8AC3E}">
        <p14:creationId xmlns:p14="http://schemas.microsoft.com/office/powerpoint/2010/main" val="1137794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175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3F86F-CC8D-DDAC-05A4-AF1833009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5701" y="839986"/>
            <a:ext cx="8610600" cy="1293028"/>
          </a:xfrm>
        </p:spPr>
        <p:txBody>
          <a:bodyPr>
            <a:normAutofit/>
          </a:bodyPr>
          <a:lstStyle/>
          <a:p>
            <a:pPr algn="l"/>
            <a:r>
              <a:rPr lang="en-IN" sz="3600" dirty="0"/>
              <a:t>Results: Slime Volley</a:t>
            </a:r>
            <a:br>
              <a:rPr lang="en-IN" sz="3600" dirty="0"/>
            </a:br>
            <a:r>
              <a:rPr lang="en-IN" sz="3600" dirty="0"/>
              <a:t>(</a:t>
            </a:r>
            <a:r>
              <a:rPr lang="en-IN" dirty="0"/>
              <a:t>Min-Max</a:t>
            </a:r>
            <a:r>
              <a:rPr lang="en-IN" sz="3600" dirty="0"/>
              <a:t> algo)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3EC8C9-1D24-14A1-D24F-8D4094A147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6" name="WhatsApp Video 2025-04-30 at 21.07.49_976aa124">
            <a:hlinkClick r:id="" action="ppaction://media"/>
            <a:extLst>
              <a:ext uri="{FF2B5EF4-FFF2-40B4-BE49-F238E27FC236}">
                <a16:creationId xmlns:a16="http://schemas.microsoft.com/office/drawing/2014/main" id="{5FB8AF1F-3B26-C42D-7A69-DCB778BBEB2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081592" y="2133014"/>
            <a:ext cx="6028816" cy="4521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130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199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F0389-A05C-D75B-66CF-121F31BAB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/>
              <a:t>Key Takeaways: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060459-0165-0E1A-4724-A342816F07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07075"/>
            <a:ext cx="9564329" cy="4351338"/>
          </a:xfrm>
        </p:spPr>
        <p:txBody>
          <a:bodyPr>
            <a:normAutofit/>
          </a:bodyPr>
          <a:lstStyle/>
          <a:p>
            <a:r>
              <a:rPr lang="en-US" sz="2800" dirty="0"/>
              <a:t>Key Takeaways:</a:t>
            </a:r>
          </a:p>
          <a:p>
            <a:pPr lvl="1"/>
            <a:r>
              <a:rPr lang="en-US" sz="2800" dirty="0"/>
              <a:t>Classic adversarial search can be applied in dynamic games.</a:t>
            </a:r>
          </a:p>
          <a:p>
            <a:pPr lvl="1"/>
            <a:r>
              <a:rPr lang="en-US" sz="2800" dirty="0"/>
              <a:t>Pruning improves efficiency without loss in optimality.</a:t>
            </a:r>
          </a:p>
          <a:p>
            <a:pPr lvl="1"/>
            <a:r>
              <a:rPr lang="en-US" sz="2800" dirty="0"/>
              <a:t>Better simulation models would enhance decision quality.</a:t>
            </a:r>
          </a:p>
        </p:txBody>
      </p:sp>
    </p:spTree>
    <p:extLst>
      <p:ext uri="{BB962C8B-B14F-4D97-AF65-F5344CB8AC3E}">
        <p14:creationId xmlns:p14="http://schemas.microsoft.com/office/powerpoint/2010/main" val="1188152588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E5224E"/>
      </a:accent1>
      <a:accent2>
        <a:srgbClr val="9D074E"/>
      </a:accent2>
      <a:accent3>
        <a:srgbClr val="7F2294"/>
      </a:accent3>
      <a:accent4>
        <a:srgbClr val="8D65EA"/>
      </a:accent4>
      <a:accent5>
        <a:srgbClr val="588FE2"/>
      </a:accent5>
      <a:accent6>
        <a:srgbClr val="127CA4"/>
      </a:accent6>
      <a:hlink>
        <a:srgbClr val="FB4AB6"/>
      </a:hlink>
      <a:folHlink>
        <a:srgbClr val="F98FE9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6DB8EB18-3657-4051-A897-2ED38832359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254</TotalTime>
  <Words>208</Words>
  <Application>Microsoft Office PowerPoint</Application>
  <PresentationFormat>Widescreen</PresentationFormat>
  <Paragraphs>35</Paragraphs>
  <Slides>7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Arial Unicode MS</vt:lpstr>
      <vt:lpstr>Bell MT</vt:lpstr>
      <vt:lpstr>Century Gothic</vt:lpstr>
      <vt:lpstr>Vapor Trail</vt:lpstr>
      <vt:lpstr>AI-Assignment 3</vt:lpstr>
      <vt:lpstr>Alpha-Beta Agent Overview</vt:lpstr>
      <vt:lpstr>Minimax Agent Overview</vt:lpstr>
      <vt:lpstr>Heuristic Function &amp; Evaluation</vt:lpstr>
      <vt:lpstr>Results: Slime Volley (alpha-beta algo)</vt:lpstr>
      <vt:lpstr>Results: Slime Volley (Min-Max algo)</vt:lpstr>
      <vt:lpstr>Key Takeaways: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mananchavda25@outlook.com</dc:creator>
  <cp:lastModifiedBy>Havish Jadav</cp:lastModifiedBy>
  <cp:revision>3</cp:revision>
  <dcterms:created xsi:type="dcterms:W3CDTF">2025-04-05T20:09:56Z</dcterms:created>
  <dcterms:modified xsi:type="dcterms:W3CDTF">2025-04-30T15:49:55Z</dcterms:modified>
</cp:coreProperties>
</file>